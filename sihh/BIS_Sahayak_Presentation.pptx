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BIS Sahayak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defRPr sz="2400">
                <a:solidFill>
                  <a:srgbClr val="595959"/>
                </a:solidFill>
              </a:defRPr>
            </a:pPr>
            <a:r>
              <a:t>PS ID: 26107 | Smart Automation</a:t>
            </a:r>
          </a:p>
          <a:p>
            <a:pPr>
              <a:defRPr sz="2400">
                <a:solidFill>
                  <a:srgbClr val="595959"/>
                </a:solidFill>
              </a:defRPr>
            </a:pPr>
            <a:r>
              <a:t>Team Rockstar (095)</a:t>
            </a:r>
          </a:p>
          <a:p>
            <a:pPr>
              <a:defRPr sz="2400">
                <a:solidFill>
                  <a:srgbClr val="595959"/>
                </a:solidFill>
              </a:defRPr>
            </a:pPr>
          </a:p>
          <a:p>
            <a:pPr>
              <a:defRPr sz="2400">
                <a:solidFill>
                  <a:srgbClr val="595959"/>
                </a:solidFill>
              </a:defRPr>
            </a:pPr>
            <a:r>
              <a:t>Ask → Retrieve → Verify → Understand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>
                <a:solidFill>
                  <a:srgbClr val="003366"/>
                </a:solidFill>
              </a:defRPr>
            </a:pPr>
            <a:r>
              <a:t>The Problem &amp; Proposed Solution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Problem: Finding and understanding BIS requirements involves navigating fragmented portals and complex terminology.</a:t>
            </a:r>
          </a:p>
          <a:p>
            <a:r>
              <a:t>Current Barrier: The 'Taxonomy Hurdle' - users don't know IS codes or which document contains the answer.</a:t>
            </a:r>
          </a:p>
          <a:p>
            <a:r>
              <a:t>BIS Sahayak: An evidence-grounded conversational AI that makes Indian Standards discoverable in natural language.</a:t>
            </a:r>
          </a:p>
          <a:p>
            <a:r>
              <a:t>Innovation: We decouple retrieval from generation. The AI is strictly a verification and explanation layer.</a:t>
            </a:r>
          </a:p>
          <a:p>
            <a:pPr lvl="1"/>
            <a:r>
              <a:t> - AI must NOT guess. It retrieves official evidence first.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>
                <a:solidFill>
                  <a:srgbClr val="003366"/>
                </a:solidFill>
              </a:defRPr>
            </a:pPr>
            <a:r>
              <a:t>Technical Approach &amp;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Knowledge Base Pipeline:</a:t>
            </a:r>
          </a:p>
          <a:p>
            <a:pPr lvl="1"/>
            <a:r>
              <a:t> - Collect → Parse → Clause-Level Chunking → Embed → Vector Index</a:t>
            </a:r>
          </a:p>
          <a:p>
            <a:r>
              <a:t>Online Conversational Pipeline:</a:t>
            </a:r>
          </a:p>
          <a:p>
            <a:pPr lvl="1"/>
            <a:r>
              <a:t> - Ask: User asks a natural language query</a:t>
            </a:r>
          </a:p>
          <a:p>
            <a:pPr lvl="1"/>
            <a:r>
              <a:t> - Parse: Intent understanding &amp; query expansion</a:t>
            </a:r>
          </a:p>
          <a:p>
            <a:pPr lvl="1"/>
            <a:r>
              <a:t> - Retrieve: Hybrid Vector Search (Semantic + Keyword) via Supabase/pgvector</a:t>
            </a:r>
          </a:p>
          <a:p>
            <a:pPr lvl="1"/>
            <a:r>
              <a:t> - Verify: The 'Gatekeeper' checks document relevance and active status</a:t>
            </a:r>
          </a:p>
          <a:p>
            <a:pPr lvl="1"/>
            <a:r>
              <a:t> - Grounded LLM: LLM translates retrieved context into a simple explanation</a:t>
            </a:r>
          </a:p>
          <a:p>
            <a:pPr lvl="1"/>
            <a:r>
              <a:t> - Output: Answer + Exact Clause + IS Code + Official Link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>
                <a:solidFill>
                  <a:srgbClr val="003366"/>
                </a:solidFill>
              </a:defRPr>
            </a:pPr>
            <a:r>
              <a:t>Risk Mitigation &amp; Viability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Hallucination Mitigation: Closed-context RAG prompt. The AI cannot use outside knowledge.</a:t>
            </a:r>
          </a:p>
          <a:p>
            <a:r>
              <a:t>Outdated Documents: Metadata version control ensures only active standards are retrieved.</a:t>
            </a:r>
          </a:p>
          <a:p>
            <a:r>
              <a:t>Ambiguous Questions: Interactive clarification mechanism instead of blind guessing.</a:t>
            </a:r>
          </a:p>
          <a:p>
            <a:r>
              <a:t>Unsupported Queries: Safe fallback - 'I don't have sufficient evidence.'</a:t>
            </a:r>
          </a:p>
          <a:p>
            <a:r>
              <a:t>Official Authority: The system complements BIS by directly linking to official source URLs, ensuring it doesn't replace statutory authority.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>
                <a:solidFill>
                  <a:srgbClr val="003366"/>
                </a:solidFill>
              </a:defRPr>
            </a:pPr>
            <a:r>
              <a:t>Target Stakeholders &amp; Impact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MSMEs &amp; Startups: Drastically reduces regulatory research cycles and compliance discovery time.</a:t>
            </a:r>
          </a:p>
          <a:p>
            <a:r>
              <a:t>Industrial Manufacturers: Instant clarification on testing methods and standard revisions.</a:t>
            </a:r>
          </a:p>
          <a:p>
            <a:r>
              <a:t>Consumers: Easy access to ISI marks, CRS, hallmarking, and consumer rights.</a:t>
            </a:r>
          </a:p>
          <a:p>
            <a:r>
              <a:t>Students &amp; Academics: Simplifies research and exploration of technical standards.</a:t>
            </a:r>
          </a:p>
          <a:p>
            <a:r>
              <a:t>BIS Helpdesk Staff: Deflects repetitive navigation queries, freeing staff for complex cases.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>
                <a:solidFill>
                  <a:srgbClr val="003366"/>
                </a:solidFill>
              </a:defRPr>
            </a:pPr>
            <a:r>
              <a:t>Research, Evaluation &amp;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Evaluation Metrics:</a:t>
            </a:r>
          </a:p>
          <a:p>
            <a:pPr lvl="1"/>
            <a:r>
              <a:t> - RAGAS Faithfulness Score target &gt; 0.90</a:t>
            </a:r>
          </a:p>
          <a:p>
            <a:pPr lvl="1"/>
            <a:r>
              <a:t> - 100% exact match for citations and clauses</a:t>
            </a:r>
          </a:p>
          <a:p>
            <a:pPr lvl="1"/>
            <a:r>
              <a:t> - Abstention Behavior: Zero speculation</a:t>
            </a:r>
          </a:p>
          <a:p>
            <a:r>
              <a:t>Multilingual Vision: Bhashini integration for Hindi, Tamil, and other Indic languages.</a:t>
            </a:r>
          </a:p>
          <a:p/>
          <a:p>
            <a:r>
              <a:t>Traceable. Grounded. Actionable.</a:t>
            </a:r>
          </a:p>
          <a:p>
            <a:pPr lvl="1"/>
            <a:r>
              <a:t> - Don't make AI the source of truth. Make official evidence the source of truth.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