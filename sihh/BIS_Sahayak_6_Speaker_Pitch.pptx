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BIS Sahayak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AI-Powered Intelligent Assistant for Indian Standards</a:t>
            </a:r>
          </a:p>
          <a:p>
            <a:pPr>
              <a:defRPr sz="2400">
                <a:solidFill>
                  <a:srgbClr val="595959"/>
                </a:solidFill>
              </a:defRPr>
            </a:pPr>
          </a:p>
          <a:p>
            <a:pPr>
              <a:defRPr sz="2400">
                <a:solidFill>
                  <a:srgbClr val="595959"/>
                </a:solidFill>
              </a:defRPr>
            </a:pPr>
            <a:r>
              <a:t>SIH26107 | Smart Automation</a:t>
            </a:r>
          </a:p>
          <a:p>
            <a:pPr>
              <a:defRPr sz="2400">
                <a:solidFill>
                  <a:srgbClr val="595959"/>
                </a:solidFill>
              </a:defRPr>
            </a:pPr>
            <a:r>
              <a:t>Team Rockstar (095)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</a:t>
            </a:r>
          </a:p>
          <a:p>
            <a:pPr lvl="1"/>
            <a:r>
              <a:t> - Information on standards is scattered across thousands of PDFs and portals.</a:t>
            </a:r>
          </a:p>
          <a:p>
            <a:pPr lvl="1"/>
            <a:r>
              <a:t> - Manual searching wastes time and allows counterfeit products into the market.</a:t>
            </a:r>
          </a:p>
          <a:p>
            <a:r>
              <a:t>The Solution: BIS Sahayak</a:t>
            </a:r>
          </a:p>
          <a:p>
            <a:pPr lvl="1"/>
            <a:r>
              <a:t> - A multilingual, RAG-based conversational AI agent.</a:t>
            </a:r>
          </a:p>
          <a:p>
            <a:pPr lvl="1"/>
            <a:r>
              <a:t> - No guessing or hallucinations: retrieves exact clauses before answering.</a:t>
            </a:r>
          </a:p>
          <a:p>
            <a:pPr lvl="1"/>
            <a:r>
              <a:t> - Guides users step-by-step from product query to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6-Step Methodology:</a:t>
            </a:r>
          </a:p>
          <a:p>
            <a:pPr lvl="1"/>
            <a:r>
              <a:t> - Query Understanding → Semantic Retrieval → Standard Mapping → Explainable Response → Multilingual Delivery → Human Escalation</a:t>
            </a:r>
          </a:p>
          <a:p>
            <a:r>
              <a:t>Technology Stack:</a:t>
            </a:r>
          </a:p>
          <a:p>
            <a:pPr lvl="1"/>
            <a:r>
              <a:t> - Python, FastAPI, React.js</a:t>
            </a:r>
          </a:p>
          <a:p>
            <a:pPr lvl="1"/>
            <a:r>
              <a:t> - LangChain (LLM Orchestration) &amp; FAISS (Semantic Search)</a:t>
            </a:r>
          </a:p>
          <a:p>
            <a:pPr lvl="1"/>
            <a:r>
              <a:t> - Whisper (Speech Recognition for regional languages)</a:t>
            </a:r>
          </a:p>
          <a:p>
            <a:r>
              <a:t>Integration Ready:</a:t>
            </a:r>
          </a:p>
          <a:p>
            <a:pPr lvl="1"/>
            <a:r>
              <a:t> - API-ready for BIS CARE portal and UMANG.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Feasibility &amp;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Feasibility:</a:t>
            </a:r>
          </a:p>
          <a:p>
            <a:pPr lvl="1"/>
            <a:r>
              <a:t> - Built on proven, open-source RAG components. Microservice architecture for scalability.</a:t>
            </a:r>
          </a:p>
          <a:p>
            <a:pPr lvl="1"/>
            <a:r>
              <a:t> - Requires no user training (simple chat/voice UI).</a:t>
            </a:r>
          </a:p>
          <a:p>
            <a:r>
              <a:t>Market &amp; Viability:</a:t>
            </a:r>
          </a:p>
          <a:p>
            <a:pPr lvl="1"/>
            <a:r>
              <a:t> - Over 6.3 crore MSMEs face this problem daily.</a:t>
            </a:r>
          </a:p>
          <a:p>
            <a:pPr lvl="1"/>
            <a:r>
              <a:t> - Reduces consulting costs and BIS staff workload.</a:t>
            </a:r>
          </a:p>
          <a:p>
            <a:r>
              <a:t>Sustainability:</a:t>
            </a:r>
          </a:p>
          <a:p>
            <a:pPr lvl="1"/>
            <a:r>
              <a:t> - Hybrid revenue model: Public assistant + Premium Enterprise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Measurable Impact (Before vs After):</a:t>
            </a:r>
          </a:p>
          <a:p>
            <a:pPr lvl="1"/>
            <a:r>
              <a:t> - Finding applicable standards drops from 5 to 1 (effort scale).</a:t>
            </a:r>
          </a:p>
          <a:p>
            <a:pPr lvl="1"/>
            <a:r>
              <a:t> - Certification guidance drops from 5 to 2.</a:t>
            </a:r>
          </a:p>
          <a:p>
            <a:r>
              <a:t>Broad Benefits:</a:t>
            </a:r>
          </a:p>
          <a:p>
            <a:pPr lvl="1"/>
            <a:r>
              <a:t> - Social: Builds trust in certified products.</a:t>
            </a:r>
          </a:p>
          <a:p>
            <a:pPr lvl="1"/>
            <a:r>
              <a:t> - Economic: Saves MSMEs time and consulting costs.</a:t>
            </a:r>
          </a:p>
          <a:p>
            <a:pPr lvl="1"/>
            <a:r>
              <a:t> - Operational: Frees BIS staff from repetitive queries.</a:t>
            </a:r>
          </a:p>
          <a:p>
            <a:pPr lvl="1"/>
            <a:r>
              <a:t> - Technological: Advances e-governance with NLP and multilingual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Research &amp; Urgency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Urgent Need:</a:t>
            </a:r>
          </a:p>
          <a:p>
            <a:pPr lvl="1"/>
            <a:r>
              <a:t> - Recent seizures of fake ISI-marked cables, appliances, and footwear (worth lakhs) highlight the need for instant verification.</a:t>
            </a:r>
          </a:p>
          <a:p>
            <a:r>
              <a:t>Primary Research Grounding:</a:t>
            </a:r>
          </a:p>
          <a:p>
            <a:pPr lvl="1"/>
            <a:r>
              <a:t> - Based directly on Indian Standards documents (e.g., IS 16102).</a:t>
            </a:r>
          </a:p>
          <a:p>
            <a:pPr lvl="1"/>
            <a:r>
              <a:t> - Adapted from proven regulatory RAG systems (LawPal, Pharma compliance).</a:t>
            </a:r>
          </a:p>
          <a:p>
            <a:r>
              <a:t>Summary:</a:t>
            </a:r>
          </a:p>
          <a:p>
            <a:pPr lvl="1"/>
            <a:r>
              <a:t> - BIS Sahayak reduces counterfeits, saves time, and eases the burden on officials.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